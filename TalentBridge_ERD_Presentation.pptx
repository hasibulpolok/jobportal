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(ERD)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371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• PHP + MariaDB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 — A Job Portal connecting jobseekers and employers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901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Jobseeker, Employer, and Admin — each with distinct permissions.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3464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Jobs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1363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manage company profiles and post jobs under categories.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977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370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Jobseekers apply with CV + cover letter; employers track status.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5212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Jobs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56052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Jobseekers can bookmark jobs to revisit later.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entities — relationships shown by connecting 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19456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21945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633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8895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889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14553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3145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4015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6576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1188720"/>
            <a:ext cx="237744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1188720"/>
            <a:ext cx="2377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15544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1554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63240" y="181051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18105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63240" y="206654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0" y="2066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63240" y="232257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0" y="23225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63240" y="25786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0" y="2578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28346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2834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01200" y="1188720"/>
            <a:ext cx="228600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0" y="1188720"/>
            <a:ext cx="22860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46920" y="15544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46920" y="181051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058400" y="1810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46920" y="206654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05840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46920" y="232257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058400" y="2322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0" y="1828800"/>
            <a:ext cx="3108960" cy="2414016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1828800"/>
            <a:ext cx="31089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97880" y="21945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09360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97880" y="24505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09360" y="2450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employer_id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97880" y="270662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27066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97880" y="296265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09360" y="2962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97880" y="32186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09360" y="3218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97880" y="34747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3474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97880" y="373075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09360" y="37307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salary_min/max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897880" y="398678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09360" y="39867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017520" y="4572000"/>
            <a:ext cx="25603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17520" y="4572000"/>
            <a:ext cx="2560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1752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063240" y="49377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474720" y="4937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063240" y="51937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474720" y="5193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063240" y="544982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474720" y="5449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063240" y="570585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474720" y="5705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cv_file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063240" y="59618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474720" y="59618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961120" y="4572000"/>
            <a:ext cx="237744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4572000"/>
            <a:ext cx="23774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6112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SAVED_JOBS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006840" y="49377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9418320" y="4937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006840" y="51937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418320" y="5193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006840" y="544982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9418320" y="5449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006840" y="570585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418320" y="57058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saved_at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 flipV="1">
            <a:off x="2468880" y="2139696"/>
            <a:ext cx="548640" cy="32918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2468880" y="221284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68880" y="22128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468880" y="2962656"/>
            <a:ext cx="3383280" cy="73152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3886200" y="2907792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86200" y="29077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371600" y="3913632"/>
            <a:ext cx="2103120" cy="658368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2148840" y="4151376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48840" y="41513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468880" y="3913632"/>
            <a:ext cx="6492240" cy="1353312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5440680" y="449884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40680" y="44988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394960" y="2139696"/>
            <a:ext cx="457200" cy="23774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5349240" y="216712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49240" y="21671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 flipH="1">
            <a:off x="8961120" y="1883664"/>
            <a:ext cx="640080" cy="493776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9006840" y="2039112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006840" y="2039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 flipH="1">
            <a:off x="5212080" y="4242816"/>
            <a:ext cx="2194560" cy="32918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6035040" y="431596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03504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961120" y="4242816"/>
            <a:ext cx="1188720" cy="329184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9281160" y="431596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28116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74320" y="6446520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•   FK = Foreign Key   •   UK = Unique 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identity table for all roles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users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AUTO_INC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 hashed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ENUM(jobseeker, employer,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ENUM(active, inactive, banned)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234440"/>
            <a:ext cx="4389120" cy="5212080"/>
          </a:xfrm>
          <a:prstGeom prst="roundRect">
            <a:avLst>
              <a:gd name="adj" fmla="val 2083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Relationships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43800" y="1755648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92024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one company profile (if employer)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jobs posted (if employer)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applications (if jobseeker)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saved jobs (if jobseeker)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unique across the system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JOBS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Employer-side entities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companies / jobs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companies.user_id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users.id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companies.name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companies.industry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jobs.employer_id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users.id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jobs.company_id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companies.id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jobs.category_id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categories.id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jobs.salary_min/max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jobs.status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ENUM(pending, approved...)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234440"/>
            <a:ext cx="4389120" cy="5212080"/>
          </a:xfrm>
          <a:prstGeom prst="roundRect">
            <a:avLst>
              <a:gd name="adj" fmla="val 2083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Relationships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43800" y="1755648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92024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belongs to exactly one employer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has 3 foreign keys: employer, company, category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drives admin moderation 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type: full-time, part-time, remote, contract,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views and featured flag for promotion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SAVED_JOBS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Jobseeker-side entities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applications / saved_jobs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applications.job_id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jobs.id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users.id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applications.cover_letter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applications.cv_file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applications.status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ENUM(pending → hired)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saved_jobs.user_id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users.id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saved_jobs.job_id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jobs.id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saved_jobs.saved_at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234440"/>
            <a:ext cx="4389120" cy="5212080"/>
          </a:xfrm>
          <a:prstGeom prst="roundRect">
            <a:avLst>
              <a:gd name="adj" fmla="val 2083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Relationships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43800" y="1755648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192024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links a jobseeker to a job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pending → reviewed → shortlisted → interviewed → hired / rejected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file is uploaded and stored on the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Saved_jobs is a many-to-many bridge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adds notes during review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entities connect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user (employer) owns one company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employer posts many 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company publishes many 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category groups many 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jobseeker submits many 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job receives many applications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jobseeker saves many 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saved_jobs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job is saved by many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371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 — Database Design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2026-05-10T03:34:56Z</dcterms:created>
  <dcterms:modified xsi:type="dcterms:W3CDTF">2026-05-10T03:34:56Z</dcterms:modified>
</cp:coreProperties>
</file>